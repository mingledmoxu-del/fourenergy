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150" d="100"/>
          <a:sy n="150" d="100"/>
        </p:scale>
        <p:origin x="-1920" y="-21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FD3703-284E-47CB-00F2-CB23260BC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4035D5-862D-D5F1-F064-50E10FE295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0C7ACA-B979-D4FF-9EF6-677B5995A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C117-D1EB-425E-A4E3-63A099663B2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E8AD94-4E3E-7F72-BCE7-182122BDD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DC367A-E2FA-2AB6-4DFF-DED91CA6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8F64-7DA9-4711-BC51-C13BBCDEA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065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0D133B-BB2D-2F3E-71C3-17567C325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EF95F2-BE7E-5AE3-BC93-618D09573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DE791F-5F0A-68A3-397D-585B4B1BE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C117-D1EB-425E-A4E3-63A099663B2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BEB1D4-BCEB-AAEF-49B1-073340D1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F11A78-62E8-FF2F-1C6A-9C7A5DF39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8F64-7DA9-4711-BC51-C13BBCDEA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554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22235B-2B96-73CB-46DB-6CC0C64CF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31E274-992A-7DA6-A90A-53AAB7412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8DA5CB-58AD-044B-157C-26FE059CB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C117-D1EB-425E-A4E3-63A099663B2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95C657-F5D8-948F-1769-3ED38646C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4797F6-2825-58F9-ED85-0418D8026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8F64-7DA9-4711-BC51-C13BBCDEA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9610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BDF1D9-6B11-B0DB-C5B1-1E09D9F23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FD2EEE-4B75-4CB0-5A07-DCAA885494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C8B7C1-F50B-74D0-1F34-F9AFB0364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03CB21-510C-1B38-CBDB-0281C9DF9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C117-D1EB-425E-A4E3-63A099663B2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4B8CC9-56CC-CB75-7570-35BF2DD3E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113CD8-79C7-2261-D024-766B20CD5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8F64-7DA9-4711-BC51-C13BBCDEA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178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06C54-0558-9C4C-3AA0-82FB43F96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0EA920-2BA5-4F3A-CC68-78506F5C9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6FC6E1-83B8-80F3-10B8-3BB9C03E7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79E4B9C-527B-457E-4E79-22DF98561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28C971-CC9C-A216-DC62-4441A1C7B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77199CD-FF94-350F-98EC-28CDE58BF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C117-D1EB-425E-A4E3-63A099663B2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01035A7-FB94-D67B-16FA-C8635F18F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DC493B1-6891-BEE1-E100-2F2F8D19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8F64-7DA9-4711-BC51-C13BBCDEA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09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B0E19E-D03B-7E0D-2F4C-D05A4FF7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37B566D-682C-3D98-63B0-AEA4A9791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C117-D1EB-425E-A4E3-63A099663B2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80F8412-4D85-92A4-0FFB-7C2A0BEE9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05F611F-8554-52D9-C7F9-CD99CB25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8F64-7DA9-4711-BC51-C13BBCDEA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340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DB7AC84-055C-AE47-0511-DEAFEA60E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C117-D1EB-425E-A4E3-63A099663B2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F03E65F-5AAC-E0B0-2ECF-8F8A7D87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8500C1-2430-C0F1-C0C4-18167766D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8F64-7DA9-4711-BC51-C13BBCDEA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066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6E1C8-C1C4-FF95-9B7F-581A21A7D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2BCB29-8723-439A-4CB8-5DB4A454A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073C50-7EDF-C585-BBD0-F3447CAC55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3F21F1-AB57-EC46-F2E3-D0C17FD1B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C117-D1EB-425E-A4E3-63A099663B2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2CFE7B-94BF-78DE-8C31-830206D6D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70614D-B17F-7CDD-6024-7D9C0463D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8F64-7DA9-4711-BC51-C13BBCDEA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47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575348-BDFA-1D4C-7540-044BAB6DE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151D3C-DD9B-7332-3FFB-C523F80CA3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7B704E-5F8B-5C1F-BED8-830F9E664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95E40C-69B7-F6A8-DE94-3F3014B9E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C117-D1EB-425E-A4E3-63A099663B2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8C15CB-4CAD-18D3-110B-66D145E3F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95B68C-42E2-79AD-EB68-57FCADA4B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8F64-7DA9-4711-BC51-C13BBCDEA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161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165BD9-4472-8DAA-00B4-BFCF9C7BC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3E1D1A-760C-1950-A593-989D57EBB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3DAA3E-0C01-D2B9-47AB-39F9F32AE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C117-D1EB-425E-A4E3-63A099663B2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DC2E01-D93C-8ED9-7A18-47F0788AB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DCC68A-9D8A-4E96-48DD-BD8357A64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8F64-7DA9-4711-BC51-C13BBCDEA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04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BF94A36-CC3D-2AA0-8926-81F54F7628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06D9A3-F3BD-C62D-DBEE-35FC361274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DE9B36-0CD9-A7DE-7685-0E2B64431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C117-D1EB-425E-A4E3-63A099663B2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6663FB-E86C-148F-1114-876ECFB6E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B18CED-CC67-BCCD-FF8F-C91825B52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8F64-7DA9-4711-BC51-C13BBCDEA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27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CA883A-923E-1E65-1DE4-76247DE10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1438A2-2C26-D333-5775-655A8DE2B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D64EB8-4D11-6B2C-93FE-73278CDB8E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2C117-D1EB-425E-A4E3-63A099663B2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FD6513-8F8E-00BB-42AD-A2857A736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4AEC21-BF61-7C9B-3183-37A8599FE7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B8F64-7DA9-4711-BC51-C13BBCDEA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99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995A3FE-B514-779D-8F9D-0C65A62DA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8647" y="1788159"/>
            <a:ext cx="4511230" cy="3600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6ACC56A-4910-AA7C-A685-8B50A2C01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731" y="1788159"/>
            <a:ext cx="4422174" cy="360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D8D24A4-8585-DB79-F2B8-B591F19FB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905" y="1715008"/>
            <a:ext cx="439191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38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FC7839F-4D2B-D88A-D4FC-682C9CE47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247376"/>
              </p:ext>
            </p:extLst>
          </p:nvPr>
        </p:nvGraphicFramePr>
        <p:xfrm>
          <a:off x="2032000" y="719666"/>
          <a:ext cx="6979800" cy="898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96">
                  <a:extLst>
                    <a:ext uri="{9D8B030D-6E8A-4147-A177-3AD203B41FA5}">
                      <a16:colId xmlns:a16="http://schemas.microsoft.com/office/drawing/2014/main" val="620235600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3245143923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2572412016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2368413377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3619398952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4259023500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1510004845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1698880333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1015964359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1007939737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1428368702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3004997425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1300226166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4201116311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2084335901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1708813132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593508680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629486980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1243452715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3937322782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24056119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632761820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280043811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417765549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514480425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4199481884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3343880480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161013382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500542021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2912605025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2002758157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2683713752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2361427239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2145000842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938835676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3413736447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1904689318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832846348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1232754710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52904478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3937969306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727860086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3924470736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727808873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2214034929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3047659584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4013615779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321370606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2701992494"/>
                    </a:ext>
                  </a:extLst>
                </a:gridCol>
                <a:gridCol w="139596">
                  <a:extLst>
                    <a:ext uri="{9D8B030D-6E8A-4147-A177-3AD203B41FA5}">
                      <a16:colId xmlns:a16="http://schemas.microsoft.com/office/drawing/2014/main" val="1835791419"/>
                    </a:ext>
                  </a:extLst>
                </a:gridCol>
              </a:tblGrid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180896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157343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00899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553237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749812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504382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739073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695706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41919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189836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9601849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173325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664164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91960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336355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611571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634020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89049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067241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922613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218805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628552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85718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038999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001720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295930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156955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032208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27754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543843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590304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630989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3111521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477329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926781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1326249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449801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447966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454645"/>
                  </a:ext>
                </a:extLst>
              </a:tr>
              <a:tr h="132503"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57098" marR="57098" marT="28549" marB="28549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marL="57098" marR="57098" marT="28549" marB="2854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4729192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E7B73728-51DA-E2C0-A631-965DC0EB5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440" y="340519"/>
            <a:ext cx="12192000" cy="617696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B2BB241-4576-CA50-8B2B-436F81FA4C80}"/>
              </a:ext>
            </a:extLst>
          </p:cNvPr>
          <p:cNvSpPr/>
          <p:nvPr/>
        </p:nvSpPr>
        <p:spPr>
          <a:xfrm>
            <a:off x="4221480" y="810260"/>
            <a:ext cx="3065780" cy="13919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DCC191-D67F-3C19-C5AF-AA42A9F8D3C6}"/>
              </a:ext>
            </a:extLst>
          </p:cNvPr>
          <p:cNvSpPr/>
          <p:nvPr/>
        </p:nvSpPr>
        <p:spPr>
          <a:xfrm>
            <a:off x="3616960" y="2209800"/>
            <a:ext cx="3302000" cy="13766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10D5790-6227-18AC-8E64-EE54A219DF2B}"/>
              </a:ext>
            </a:extLst>
          </p:cNvPr>
          <p:cNvSpPr/>
          <p:nvPr/>
        </p:nvSpPr>
        <p:spPr>
          <a:xfrm>
            <a:off x="3652520" y="3586480"/>
            <a:ext cx="2595880" cy="894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4459369-6ACA-91A0-C989-A19A62F165ED}"/>
              </a:ext>
            </a:extLst>
          </p:cNvPr>
          <p:cNvSpPr/>
          <p:nvPr/>
        </p:nvSpPr>
        <p:spPr>
          <a:xfrm>
            <a:off x="4221480" y="4480560"/>
            <a:ext cx="1254760" cy="6756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501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奥宇 陈</dc:creator>
  <cp:lastModifiedBy>奥宇 陈</cp:lastModifiedBy>
  <cp:revision>2</cp:revision>
  <dcterms:created xsi:type="dcterms:W3CDTF">2025-09-18T02:19:54Z</dcterms:created>
  <dcterms:modified xsi:type="dcterms:W3CDTF">2025-10-16T10:40:31Z</dcterms:modified>
</cp:coreProperties>
</file>